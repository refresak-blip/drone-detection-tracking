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8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Детекція та трекінг дронів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YOLO-based система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Реальний Computer Vision проєкт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Детекція + трекінг у відео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Мотивація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Контроль дронів у повітрі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Безпека та відеоспостереження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Автоматизація систем моніторингу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Постановка задачі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Знайти дрон на кадрі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Відслідковувати його між кадрами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Працювати в реальному часі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Технології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YOLO — детекція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ByteTrack — трекінг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PyTorch, OpenCV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Датасет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~9000 зображень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Формат YOLO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Train / Validation / Test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Моделі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YOLO11n — базова модель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YOLO11s — покращена модель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Результати (порівняння моделей)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YOLO11n: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Precision ~0.95 | Recall ~0.91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mAP50 ~0.95 | mAP50-95 ~0.77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endParaRPr/>
          </a:p>
          <a:p>
            <a:pPr>
              <a:defRPr sz="2200">
                <a:solidFill>
                  <a:srgbClr val="F0F0F0"/>
                </a:solidFill>
              </a:defRPr>
            </a:pPr>
            <a:r>
              <a:t>YOLO11s: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Precision 0.975 | Recall 0.950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mAP50 0.972 | mAP50-95 0.813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3600" b="1">
                <a:solidFill>
                  <a:srgbClr val="00C8FF"/>
                </a:solidFill>
              </a:rPr>
              <a:t>Детекція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ru-RU"/>
              <a:t>Модель знаходить дрон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ru-RU"/>
              <a:t>Bounding box відображається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ru-RU"/>
              <a:t>Вставити скрін тут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0A9F35-C061-F896-0907-4D6EFFE46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702" y="1258957"/>
            <a:ext cx="3195356" cy="51087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Трекінг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YOLO + </a:t>
            </a:r>
            <a:r>
              <a:rPr dirty="0" err="1"/>
              <a:t>ByteTrack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Об'єкт</a:t>
            </a:r>
            <a:r>
              <a:rPr dirty="0"/>
              <a:t> </a:t>
            </a:r>
            <a:r>
              <a:rPr dirty="0" err="1"/>
              <a:t>відслідковується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Вставити</a:t>
            </a:r>
            <a:r>
              <a:rPr dirty="0"/>
              <a:t> </a:t>
            </a:r>
            <a:r>
              <a:rPr dirty="0" err="1"/>
              <a:t>скрін</a:t>
            </a:r>
            <a:r>
              <a:rPr dirty="0"/>
              <a:t> </a:t>
            </a:r>
            <a:r>
              <a:rPr dirty="0" err="1"/>
              <a:t>тут</a:t>
            </a:r>
            <a:r>
              <a:rPr lang="uk-UA" dirty="0"/>
              <a:t> 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595BF2-870D-5ADA-4B25-2F67458DB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465" y="1212574"/>
            <a:ext cx="3107091" cy="50260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Демо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Відео</a:t>
            </a:r>
            <a:r>
              <a:rPr dirty="0"/>
              <a:t> </a:t>
            </a:r>
            <a:r>
              <a:rPr dirty="0" err="1"/>
              <a:t>роботи</a:t>
            </a:r>
            <a:r>
              <a:rPr dirty="0"/>
              <a:t> </a:t>
            </a:r>
            <a:r>
              <a:rPr dirty="0" err="1"/>
              <a:t>системи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Реальний</a:t>
            </a:r>
            <a:r>
              <a:rPr dirty="0"/>
              <a:t> </a:t>
            </a:r>
            <a:r>
              <a:rPr dirty="0" err="1"/>
              <a:t>результат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US" dirty="0"/>
              <a:t>https://drive.google.com/drive/folders/1glke_pXo6FiKE0TlR2BbpQlvX9TQbcXE?hl=ru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Проблеми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False positives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Маленький</a:t>
            </a:r>
            <a:r>
              <a:rPr dirty="0"/>
              <a:t> </a:t>
            </a:r>
            <a:r>
              <a:rPr dirty="0" err="1"/>
              <a:t>об'єкт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Іноді</a:t>
            </a:r>
            <a:r>
              <a:rPr dirty="0"/>
              <a:t> </a:t>
            </a:r>
            <a:r>
              <a:rPr dirty="0" err="1"/>
              <a:t>нестабільний</a:t>
            </a:r>
            <a:r>
              <a:rPr dirty="0"/>
              <a:t> </a:t>
            </a:r>
            <a:r>
              <a:rPr dirty="0" err="1"/>
              <a:t>трек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8C4218-CFB5-47D2-7AAF-496DAD45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403" y="1163223"/>
            <a:ext cx="3326110" cy="54201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Система працює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Детекція + трекінг реалізовані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Отримано хороші метрики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 err="1">
                <a:solidFill>
                  <a:srgbClr val="00C8FF"/>
                </a:solidFill>
              </a:rPr>
              <a:t>Дякую</a:t>
            </a:r>
            <a:r>
              <a:rPr lang="uk-UA" sz="3600" b="1" dirty="0">
                <a:solidFill>
                  <a:srgbClr val="00C8FF"/>
                </a:solidFill>
              </a:rPr>
              <a:t> за увагу!!!</a:t>
            </a:r>
            <a:endParaRPr sz="3600" b="1" dirty="0">
              <a:solidFill>
                <a:srgbClr val="00C8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170</Words>
  <Application>Microsoft Office PowerPoint</Application>
  <PresentationFormat>Екран (4:3)</PresentationFormat>
  <Paragraphs>52</Paragraphs>
  <Slides>13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Детекція та трекінг дронів</vt:lpstr>
      <vt:lpstr>Мотивація</vt:lpstr>
      <vt:lpstr>Постановка задачі</vt:lpstr>
      <vt:lpstr>Технології</vt:lpstr>
      <vt:lpstr>Датасет</vt:lpstr>
      <vt:lpstr>Моделі</vt:lpstr>
      <vt:lpstr>Результати (порівняння моделей)</vt:lpstr>
      <vt:lpstr>Детекція</vt:lpstr>
      <vt:lpstr>Трекінг</vt:lpstr>
      <vt:lpstr>Демо</vt:lpstr>
      <vt:lpstr>Проблеми</vt:lpstr>
      <vt:lpstr>Висновки</vt:lpstr>
      <vt:lpstr>Дякую за увагу!!!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ddwe dewd</cp:lastModifiedBy>
  <cp:revision>2</cp:revision>
  <dcterms:created xsi:type="dcterms:W3CDTF">2013-01-27T09:14:16Z</dcterms:created>
  <dcterms:modified xsi:type="dcterms:W3CDTF">2026-04-19T19:44:39Z</dcterms:modified>
  <cp:category/>
</cp:coreProperties>
</file>